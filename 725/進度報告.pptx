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微軟正黑體"/>
              </a:rPr>
              <a:t>進度報告:不同檔數與分族群測試結果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>
                <a:solidFill>
                  <a:srgbClr val="52514E"/>
                </a:solidFill>
                <a:latin typeface="微軟正黑體"/>
              </a:rPr>
              <a:t>2026 / 07 / 27</a:t>
            </a:r>
          </a:p>
          <a:p>
            <a:r>
              <a:rPr sz="1600">
                <a:solidFill>
                  <a:srgbClr val="52514E"/>
                </a:solidFill>
                <a:latin typeface="微軟正黑體"/>
              </a:rPr>
              <a:t>協定:date 批次(無洩漏)· raw 特徵 · w140 / m80 / N10 / g4 · seed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微軟正黑體"/>
              </a:rPr>
              <a:t>不同檔數:50 → 500(每次 +50, 共 10 輪)</a:t>
            </a:r>
          </a:p>
        </p:txBody>
      </p:sp>
      <p:pic>
        <p:nvPicPr>
          <p:cNvPr id="3" name="Picture 2" descr="scale_tw500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88720"/>
            <a:ext cx="9692640" cy="5600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微軟正黑體"/>
              </a:rPr>
              <a:t>不同檔數:結果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6984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737360"/>
                <a:gridCol w="1554480"/>
                <a:gridCol w="1737360"/>
                <a:gridCol w="1645920"/>
                <a:gridCol w="292608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微軟正黑體"/>
                        </a:rPr>
                        <a:t>檔數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微軟正黑體"/>
                        </a:rPr>
                        <a:t>訓練樣本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微軟正黑體"/>
                        </a:rPr>
                        <a:t>Acc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微軟正黑體"/>
                        </a:rPr>
                        <a:t>F1 macro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微軟正黑體"/>
                        </a:rPr>
                        <a:t>回測超額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微軟正黑體"/>
                        </a:rPr>
                        <a:t>形態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90,250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54.33%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38.44%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塌縮(全押跌)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178,846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54.81%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47.38%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+0.1%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半塌縮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269,096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55.05%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39.87%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塌縮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359,346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52.24%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43.28%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-13.5%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半塌縮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448,919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55.13%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37.97%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塌縮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537,529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52.02%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43.62%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-11.9%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半塌縮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625,973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55.90%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36.08%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全塌縮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714,749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46.22%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45.69%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反向(偏押漲)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796,711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56.16%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全塌縮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885,162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56.09%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35.93%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-8.8%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微軟正黑體"/>
                        </a:rPr>
                        <a:t>全塌縮(零漲預測)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89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微軟正黑體"/>
              </a:rPr>
              <a:t>樣本增加 10 倍無改善趨勢;F1 macro 在「全押跌 ~36%」與「均衡亂猜 ~47%」兩態間震盪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微軟正黑體"/>
              </a:rPr>
              <a:t>分族群:結果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微軟正黑體"/>
              </a:rPr>
              <a:t>電子族群盤點:上市電子相關共 455 檔(零組件 104、半導體 96、光電 68、電腦週邊 64、其他 46、通信 45、通路 21、資服 11)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9456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280160"/>
                <a:gridCol w="1463040"/>
                <a:gridCol w="1280160"/>
                <a:gridCol w="1371600"/>
                <a:gridCol w="210312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微軟正黑體"/>
                        </a:rPr>
                        <a:t>族群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微軟正黑體"/>
                        </a:rPr>
                        <a:t>檔數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微軟正黑體"/>
                        </a:rPr>
                        <a:t>Acc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微軟正黑體"/>
                        </a:rPr>
                        <a:t>F1 macro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微軟正黑體"/>
                        </a:rPr>
                        <a:t>F1(漲)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微軟正黑體"/>
                        </a:rPr>
                        <a:t>回測超額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微軟正黑體"/>
                        </a:rPr>
                        <a:t>形態</a:t>
                      </a:r>
                    </a:p>
                  </a:txBody>
                  <a:tcPr>
                    <a:solidFill>
                      <a:srgbClr val="EFEE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全電子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51.29%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51.22%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49.4%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均衡 ≈ 亂猜(歷來最高 F1m)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半導體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44.85%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38.24%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58.4%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-11.6%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反向塌縮(全押漲)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電子零組件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49.33%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48.91%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53.6%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均衡亂猜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金融保險(對照)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54.16%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39.09%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-18.4%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微軟正黑體"/>
                        </a:rPr>
                        <a:t>塌縮(全押跌)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微軟正黑體"/>
              </a:rPr>
              <a:t>沒有任何一組同時達成「Acc 高於類別先驗 + 預測均衡」;同質性最高的半導體反而最差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