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000000"/>
                </a:solidFill>
                <a:latin typeface="微軟正黑體"/>
              </a:rPr>
              <a:t>本週進度報告:提高檔數與分族群實驗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92608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>
                <a:solidFill>
                  <a:srgbClr val="52514E"/>
                </a:solidFill>
                <a:latin typeface="微軟正黑體"/>
              </a:rPr>
              <a:t>2026 / 07 / 27</a:t>
            </a:r>
          </a:p>
          <a:p>
            <a:r>
              <a:rPr sz="1800">
                <a:solidFill>
                  <a:srgbClr val="52514E"/>
                </a:solidFill>
                <a:latin typeface="微軟正黑體"/>
              </a:rPr>
              <a:t>核心問題:加更多股票、或改用同族群股票,能否突破 ~50%?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00000"/>
                </a:solidFill>
                <a:latin typeface="微軟正黑體"/>
              </a:rPr>
              <a:t>本週做了什麼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微軟正黑體"/>
              </a:rPr>
              <a:t>主軸一:提高檔數 — 建立 TW500 池(554 檔上市普通股), 50→500 每次 +50 共 10 輪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微軟正黑體"/>
              </a:rPr>
              <a:t>主軸二:分族群 — 盤點電子族群 455 檔;全電子 / 半導體 / 電子零組件 / 金融對照 四組實驗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微軟正黑體"/>
              </a:rPr>
              <a:t>前置工作:發現並修正評估協定的未來洩漏(本週所有數字均為乾淨協定)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微軟正黑體"/>
              </a:rPr>
              <a:t>其他:XGB 同條件對照、論文網格重掃、論文原文核對、工程與文件整理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微軟正黑體"/>
              </a:rPr>
              <a:t>交付:報告與操作文檔(725/)、實驗記錄與全部 JSON、規模曲線圖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00000"/>
                </a:solidFill>
                <a:latin typeface="微軟正黑體"/>
              </a:rPr>
              <a:t>前置:評估協定修正(為什麼數字可信)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900">
                <a:solidFill>
                  <a:srgbClr val="000000"/>
                </a:solidFill>
                <a:latin typeface="微軟正黑體"/>
              </a:rPr>
              <a:t>•  論文的 self-attention 對「同一批樣本」互相運算,原本連續切批會讓「明天的樣本」與「今天」同批 — 間接看到答案。</a:t>
            </a:r>
          </a:p>
          <a:p>
            <a:r>
              <a:rPr sz="1900">
                <a:solidFill>
                  <a:srgbClr val="000000"/>
                </a:solidFill>
                <a:latin typeface="微軟正黑體"/>
              </a:rPr>
              <a:t>•  改為 date 批次(同日所有股票一批):無洩漏,且與論文「探索股票間關聯」文字相容。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108960"/>
          <a:ext cx="1069848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108960"/>
                <a:gridCol w="2560320"/>
              </a:tblGrid>
              <a:tr h="38404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微軟正黑體"/>
                        </a:rPr>
                        <a:t>評估方式(同一顆模型)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微軟正黑體"/>
                        </a:rPr>
                        <a:t>同批有無未來樣本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微軟正黑體"/>
                        </a:rPr>
                        <a:t>Test Acc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序向 128 筆(舊協定)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52.70%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同日一批(新標準)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51.30%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一次一筆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完全無跨樣本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46.82%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00000"/>
                </a:solidFill>
                <a:latin typeface="微軟正黑體"/>
              </a:rPr>
              <a:t>主軸一:提高檔數 50 → 500(10 輪)</a:t>
            </a:r>
          </a:p>
        </p:txBody>
      </p:sp>
      <p:pic>
        <p:nvPicPr>
          <p:cNvPr id="3" name="Picture 2" descr="scale_tw500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188720"/>
            <a:ext cx="9692640" cy="5600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21792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52514E"/>
                </a:solidFill>
                <a:latin typeface="微軟正黑體"/>
              </a:rPr>
              <a:t>TW500 巢狀池(前 50 = TW50);訓練樣本 9 萬 → 88.5 萬(10 倍)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00000"/>
                </a:solidFill>
                <a:latin typeface="微軟正黑體"/>
              </a:rPr>
              <a:t>規模實驗結論:資料量不是瓶頸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000000"/>
                </a:solidFill>
                <a:latin typeface="微軟正黑體"/>
              </a:rPr>
              <a:t>樣本增加 10 倍,Acc 46~56 徘徊、F1 macro 35.9~47.4 兩態震盪 — 無任何規模趨勢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00000"/>
                </a:solidFill>
                <a:latin typeface="微軟正黑體"/>
              </a:rPr>
              <a:t>Acc 的「上升」是假象:大池子「跌」類比例較高,全押跌的地板就更高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00000"/>
                </a:solidFill>
                <a:latin typeface="微軟正黑體"/>
              </a:rPr>
              <a:t>n=500 時模型完全塌縮:一張「漲」的預測都不出(F1 macro 35.9% = 數學下限)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000000"/>
                </a:solidFill>
                <a:latin typeface="微軟正黑體"/>
              </a:rPr>
              <a:t>回測 10 輪有 9 輪輸給等權買入持有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00000"/>
                </a:solidFill>
                <a:latin typeface="微軟正黑體"/>
              </a:rPr>
              <a:t>主軸二:分族群(電子 455 檔盤點 + 四組實驗)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000000"/>
                </a:solidFill>
                <a:latin typeface="微軟正黑體"/>
              </a:rPr>
              <a:t>•  盤點:上市電子相關 455 檔(零組件 104、半導體 96、光電 68、電腦週邊 64、其他 46、通信 45、通路 21、資服 11)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286000"/>
          <a:ext cx="10698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097280"/>
                <a:gridCol w="1463040"/>
                <a:gridCol w="1645920"/>
                <a:gridCol w="1554480"/>
                <a:gridCol w="2560320"/>
              </a:tblGrid>
              <a:tr h="38404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微軟正黑體"/>
                        </a:rPr>
                        <a:t>族群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微軟正黑體"/>
                        </a:rPr>
                        <a:t>檔數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微軟正黑體"/>
                        </a:rPr>
                        <a:t>Acc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微軟正黑體"/>
                        </a:rPr>
                        <a:t>F1 macro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微軟正黑體"/>
                        </a:rPr>
                        <a:t>回測超額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微軟正黑體"/>
                        </a:rPr>
                        <a:t>形態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全電子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51.29%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51.22%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+0.4%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均衡 ≈ 亂猜(歷來最高 F1m)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半導體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44.85%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38.24%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-11.6%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反向塌縮(全押漲)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電子零組件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104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49.33%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48.91%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-3.8%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均衡亂猜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金融保險(對照)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54.16%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39.09%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-18.4%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微軟正黑體"/>
                        </a:rPr>
                        <a:t>塌縮(全押跌)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846320"/>
            <a:ext cx="10789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000000"/>
                </a:solidFill>
                <a:latin typeface="微軟正黑體"/>
              </a:rPr>
              <a:t>•  沒有任何一組同時做到「Acc 高於類別先驗 + 預測均衡」;同質性最高的半導體反而最差 — 分族群不改變天花板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00000"/>
                </a:solidFill>
                <a:latin typeface="微軟正黑體"/>
              </a:rPr>
              <a:t>總結論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000000"/>
                </a:solidFill>
                <a:latin typeface="微軟正黑體"/>
              </a:rPr>
              <a:t>否證鏈四維完整:</a:t>
            </a:r>
          </a:p>
          <a:p>
            <a:pPr lvl="1"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微軟正黑體"/>
              </a:rPr>
              <a:t>換市場(上證 50)✗   掃參數(論文全網格)✗   加資料量(10 倍)✗   分族群 ✗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微軟正黑體"/>
              </a:rPr>
              <a:t>無洩漏協定下,Chart-GCN 於 1 日漲跌標籤與 XGBoost、擲硬幣無法區分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微軟正黑體"/>
              </a:rPr>
              <a:t>瓶頸 = 1 日 close-to-close 標籤的資訊含量,不是模型 / 參數 / 資料量 / 股票組成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00000"/>
                </a:solidFill>
                <a:latin typeface="微軟正黑體"/>
              </a:rPr>
              <a:t>下一步(待討論)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微軟正黑體"/>
              </a:rPr>
              <a:t>1. 換更可預測的題目:5 日標籤(降噪)、橫斷面相對強弱標籤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微軟正黑體"/>
              </a:rPr>
              <a:t>2. 回到融合主軸:main(AE+OCSVM)× Chart-GCN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微軟正黑體"/>
              </a:rPr>
              <a:t>3. 引入新資訊源:籌碼 / 分點特徵 — 價格衍生特徵的資訊已證明不足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微軟正黑體"/>
              </a:rPr>
              <a:t/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00000"/>
                </a:solidFill>
                <a:latin typeface="微軟正黑體"/>
              </a:rPr>
              <a:t>細節:725/報告_本週工作.md、725/操作文檔.md、實驗記錄_論文對齊.md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